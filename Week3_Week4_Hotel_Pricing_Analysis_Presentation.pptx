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3: Dashboard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Designed Power BI dashboard structure, KPIs, data model, DAX measures, and reporting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Executive Overview</a:t>
            </a:r>
          </a:p>
          <a:p>
            <a:r>
              <a:t>Pricing Analysis</a:t>
            </a:r>
          </a:p>
          <a:p>
            <a:r>
              <a:t>Customer Segmentation</a:t>
            </a:r>
          </a:p>
          <a:p>
            <a:r>
              <a:t>Cancellation Analysis</a:t>
            </a:r>
          </a:p>
          <a:p>
            <a:r>
              <a:t>Revenue Management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Bookings</a:t>
            </a:r>
          </a:p>
          <a:p>
            <a:r>
              <a:t>Average ADR</a:t>
            </a:r>
          </a:p>
          <a:p>
            <a:r>
              <a:t>Cancellation Rate</a:t>
            </a:r>
          </a:p>
          <a:p>
            <a:r>
              <a:t>Lead Time</a:t>
            </a:r>
          </a:p>
          <a:p>
            <a:r>
              <a:t>Repeated Guests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4: Final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Implemented interactive Power BI dashboard with filters, slicers, drill-downs, and business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Filters &amp; Slicers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Hotel Type</a:t>
            </a:r>
          </a:p>
          <a:p>
            <a:r>
              <a:t>Arrival Month</a:t>
            </a:r>
          </a:p>
          <a:p>
            <a:r>
              <a:t>Market Segment</a:t>
            </a:r>
          </a:p>
          <a:p>
            <a:r>
              <a:t>Customer Type</a:t>
            </a:r>
          </a:p>
          <a:p>
            <a:r>
              <a:t>Country</a:t>
            </a:r>
          </a:p>
          <a:p>
            <a:r>
              <a:t>ADR Range</a:t>
            </a:r>
          </a:p>
          <a:p>
            <a:r>
              <a:t>Lead Time Range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Chi-square and t-tests identified significant relationships affecting cancellations and pricing.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 time strongly impacts cancellations.</a:t>
            </a:r>
          </a:p>
          <a:p>
            <a:r>
              <a:t>ADR varies by season and segment.</a:t>
            </a:r>
          </a:p>
          <a:p>
            <a:r>
              <a:t>Repeat guests show lower cancellation rates.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pricing</a:t>
            </a:r>
          </a:p>
          <a:p>
            <a:r>
              <a:t>Targeted retention campaigns</a:t>
            </a:r>
          </a:p>
          <a:p>
            <a:r>
              <a:t>Cancellation reduction strategies</a:t>
            </a:r>
          </a:p>
          <a:p>
            <a:r>
              <a:t>Revenue optimization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Finalized notebooks, README, dashboard screenshots, and reproducible project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